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957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4 · Sample Weights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3127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Concurrency, uniqueness, sequential bootstrapping, and time decay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financial labels are not independent observations.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measure concurrency and average uniqueness.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sample weights correct overlapping outcomes.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sequential bootstrapping reduces redundancy.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time decay emphasizes recent information.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chapter is about data design, not only model fitting.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sample weights matter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ML often treats every row as equally informative.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financial data, labels overlap in time and share returns.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many labels are active at once, each label contributes less independent information.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weights make backtests overconfident.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unit of evidence is not a row; it is unique information.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 counts how many labels are active at a given time.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 is active from its start time until its end time t₁.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concurrency means many observations consume the same price path.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overlap means less uniqueness per label.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Indicator matrix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matrix that marks when each label is active.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10287000" cy="160020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08376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I_{t,i} = 1  if label i is active at time 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c_t = Σ_i I_{t,i}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indicator matrix is the bridge from events to sample weights.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Uniqueness of a label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Uniqueness is the inverse of concurrency during the life of a label.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uniqueness summarizes how independent a label is.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10287000" cy="160020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08376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u_{t,i} = I_{t,i} / c_t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ū_i = average_t(u_{t,i} | I_{t,i}=1)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A label active alone has high uniqueness; a label active with many others has low uniqueness.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attribution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return should not be credited equally when many labels overlap.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during crowded periods are divided by concurrency.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one shared return path from being counted many times.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 return-based sample weight.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Sample weighting is an accounting correction for overlapping bets.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Return-based sample weight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absolute log returns over each label’s life.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each return by contemporaneous concurrency.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10287000" cy="160020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08376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w_i ∝ Σ_{t in label i} |r_t| / c_t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normalize so Σ_i w_i = number of labels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Large moves matter, but crowded large moves receive less weight.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bootstrapping intuition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bootstrapping can repeatedly select highly overlapping labels.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bootstrapping chooses the next sample conditional on what has already been selected.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that add more uniqueness receive higher selection probability.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bootstrapped samples with lower redundancy.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goal is diversity of information, not random rows.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bootstrap objective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each draw, evaluate how much uniqueness each candidate would add.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10287000" cy="160020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08376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p_i ∝ average uniqueness if label i is added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draw label i using probability p_i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Sequential bootstrap is a sampling scheme designed for financial labels.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sketch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097280"/>
            <a:ext cx="1028700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getIndMatrix builds the event-time indicator matrix.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getAvgUniqueness computes average uniqueness for candidate samples.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seqBootstrap repeatedly draws labels using uniqueness-based probabilities.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154680"/>
            <a:ext cx="10469880" cy="1600200"/>
          </a:xfrm>
          <a:prstGeom prst="rect">
            <a:avLst/>
          </a:prstGeom>
          <a:solidFill>
            <a:srgbClr val="F3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291840"/>
            <a:ext cx="10104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indM = getIndMatrix(barIx, t1)       # active labels over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avgU = getAvgUniqueness(indM)        # uniqueness per label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phi  = seqBootstrap(indM, sLength)   # less redundant sample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code exists to enforce an economic idea: do not double-count the same market move.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Monte Carlo lesson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Ordinary bootstrap is simple but may select redundant observations.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bootstrap tends to raise average uniqueness.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improvement is largest when labels overlap heavily.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labels are already independent, the gain is small.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Sequential bootstrapping is useful when concurrency is the problem.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decay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observations may deserve less weight if markets change.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decay applies a declining weight to older labels.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decay keeps all observations but downweights the past.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Aggressive decay can effectively discard older samples.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Time decay handles nonstationarity; uniqueness handles overlap.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Time-decay weight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uniqueness or return-based weights are computed, apply a time profile.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10287000" cy="160020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08376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w_i^{final} = w_i^{sample} × d_i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d_i increases with recency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Final weights combine information uniqueness and economic recency.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modeling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labels and t₁ end times.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indicator matrix and concurrency series.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average uniqueness and sample weights.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sequential bootstrap in bagging or random forests.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time decay only when there is a clear nonstationarity reason.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Good financial ML starts before the classifier.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to Chapter 6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reduces variance only when bootstrapped learners are not too correlated.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Overlapping labels raise correlation across learners.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bootstrapping lowers sample redundancy and helps bagging work.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Chapter 4 supports ensemble methods.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Sample uniqueness is a precondition for useful ensembles.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to Chapter 10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 sizing averages active signals at each point in time.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requires knowing which labels or bets are active.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concurrency logic appears in active-bet averaging.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weights and bet sizing both manage overlapping financial events.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Concurrency affects both training evidence and trading exposure.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takeaway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observations are not automatically independent.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 measures overlap; uniqueness measures independent information.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weights prevent double counting.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bootstrapping creates less redundant training samples.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decay adds recency when markets are nonstationary.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Before training the model, design the sample.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AFML Chapter 4: Sample Weights</dc:title>
  <dc:subject>AFML Chapter 4 Sample Weights</dc:subject>
  <dc:creator>OpenAI</dc:creator>
  <cp:lastModifiedBy>OpenAI</cp:lastModifiedBy>
  <cp:revision>1</cp:revision>
  <dcterms:created xsi:type="dcterms:W3CDTF">2026-09-01T11:17:30Z</dcterms:created>
  <dcterms:modified xsi:type="dcterms:W3CDTF">2026-09-01T11:17:30Z</dcterms:modified>
</cp:coreProperties>
</file>