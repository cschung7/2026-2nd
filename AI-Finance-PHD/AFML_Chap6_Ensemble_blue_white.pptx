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957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Chapter 6 · Ensemble Methods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68680" y="3127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</a:rPr>
              <a:t>Tree models, bagging, random forests, and boosting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Basics: tree model, random forest, boosting.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question: how ensembles reduce ML error.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focus: avoid overfitting when labels and samples are noisy.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Ensemble methods are mainly risk-control tools for prediction models.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sources of ML error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Bias: wrong assumptions or missing relation between x and y.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Variance: overfitting; small training-set changes create very different predictions.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Noise: unpredictable component or measurement error.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Ensembles mostly attack variance, not irreducible noise.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Bias–variance decomposition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8700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the true data-generating process be y = f(x)+ε.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the ML prediction be f̂(x).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971800"/>
            <a:ext cx="10287000" cy="14173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108960"/>
            <a:ext cx="9921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E[e²] = MSE = E[(y − f̂(x))²]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bias² + variance² + variance of noise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The decomposition tells us what an ensemble can and cannot fix.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Comes from using the wrong model or wrong assumptions.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bias means the model misses the key relation between x and y.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bias is underfitting.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Comes from overfitting to the training sample.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models can treat noise as signal.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change in data can create a large change in predictions.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Bagging and random forests are designed to reduce this instability.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Noise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is unpredictable variation or measurement error.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machine-learning model cannot remove irreducible noise.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data design can reduce measurement error, but not randomness itself.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Do not expect model complexity to solve noise.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Bagging: intuition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many random samples with replacement.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the same base model on each sample in parallel.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or vote across predictions.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Bagging = bootstrap aggregation.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Variance of bagged predictors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8700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φᵢ(c) be the prediction from bootstrap model i.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N models.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971800"/>
            <a:ext cx="10287000" cy="14173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108960"/>
            <a:ext cx="9921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Var( 1/N · Σᵢ φᵢ(c) )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σ² · ( ρ̄ + (1−ρ̄)/N 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Variance falls when individual learners are not too correlated.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bagging helps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43000"/>
            <a:ext cx="1028700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extreme cases explain the logic.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2971800"/>
            <a:ext cx="10287000" cy="1417320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108960"/>
            <a:ext cx="9921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if ρ̄ = 0:  Var = σ² / 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if ρ̄ = 1:  Var = σ²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Necessary condition: learner correlation must be far below one.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Observation redundancy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bootstrapped samples are too similar, bagging helps little.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bootstrapping is used to reduce sample overlap and correlation.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controls: reduce max_samples; use appropriate cross-validation splits.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The target is lower ρ, not just more trees.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Accuracy condition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 can improve accuracy when individual classifiers are better than random.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k classes, each classifier should beat the average benchmark.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base statistics are poor, voting cannot rescue the model.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Bagging cannot improve poor statistics.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uses bootstrapping and random feature selection.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reduces the chance that every tree overfits the same pattern.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Compared with plain bagging, it adds randomness across features.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Random forest is bagging plus feature randomness.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 advantages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variance without simply increasing overfitting.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feature-importance diagnostics.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use out-of-bag (OOB) observations to evaluate performance.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sketch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097280"/>
            <a:ext cx="1028700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BaggingClassifier can wrap a DecisionTreeClassifier.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many estimators and out-of-bag score when bootstrap=True.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RandomForestClassifier embeds this logic directly.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3246120"/>
            <a:ext cx="10469880" cy="1920240"/>
          </a:xfrm>
          <a:prstGeom prst="rect">
            <a:avLst/>
          </a:prstGeom>
          <a:solidFill>
            <a:srgbClr val="F3F6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383280"/>
            <a:ext cx="10104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sklearn.ensemble import BaggingClassifier, RandomForestClassifier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from sklearn.tree import DecisionTreeClassifier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bag = BaggingClassifier(DecisionTreeClassifier(),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            n_estimators=500, bootstrap=True,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            n_jobs=-1, oob_score=True)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rf = RandomForestClassifier(n_estimators=1000,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                class_weight='balanced_subsample',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                criterion='entropy')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Code is useful only after sample uniqueness and leakage controls are correct.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Boosting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 fits individual learners sequentially.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Observations are weighted differently in each iteration.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ensemble forecast is a weighted average of learners.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Boosting focuses later learners on earlier mistakes.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Bagging vs. boosting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Bagging: parallel learners; mainly variance reduction.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Boosting: sequential learners; can reduce bias but may overfit noisy labels.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combine weak learners, but the training logic is different.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Scalability use case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ML methods, such as SVMs, can be difficult to scale to very large samples.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workaround is to train on many smaller samples with early stopping.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 can make a costly learner more operational.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605272"/>
            <a:ext cx="10561320" cy="475488"/>
          </a:xfrm>
          <a:prstGeom prst="rect">
            <a:avLst/>
          </a:prstGeom>
          <a:solidFill>
            <a:srgbClr val="F7FBFF"/>
          </a:solidFill>
          <a:ln w="12700">
            <a:solidFill>
              <a:srgbClr val="DDE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724144"/>
            <a:ext cx="10104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</a:rPr>
              <a:t>Scalability is another reason to ensemble.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0881360" cy="0"/>
          </a:xfrm>
          <a:prstGeom prst="line">
            <a:avLst/>
          </a:prstGeom>
          <a:noFill/>
          <a:ln w="12700">
            <a:solidFill>
              <a:srgbClr val="DDE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takeaway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234440"/>
            <a:ext cx="10287000" cy="4251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Bias, variance, and noise are different problems.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 and random forests are strongest when learner correlation is low.</a:t>
            </a:r>
            <a:endParaRPr lang="en-US" sz="2100" dirty="0"/>
          </a:p>
          <a:p>
            <a:r>
              <a:rPr lang="en-US" sz="21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labels, redundant samples, or leakage cannot be fixed by adding more trees.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AFML · Chapter 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018520" y="64465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AFML Chapter 6: Ensemble Methods</dc:title>
  <dc:subject>AFML Chapter 6 Ensemble</dc:subject>
  <dc:creator>OpenAI</dc:creator>
  <cp:lastModifiedBy>OpenAI</cp:lastModifiedBy>
  <cp:revision>1</cp:revision>
  <dcterms:created xsi:type="dcterms:W3CDTF">2026-09-01T10:58:52Z</dcterms:created>
  <dcterms:modified xsi:type="dcterms:W3CDTF">2026-09-01T10:58:52Z</dcterms:modified>
</cp:coreProperties>
</file>